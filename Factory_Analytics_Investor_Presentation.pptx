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EBF0FA"/>
                </a:solidFill>
              </a:rPr>
              <a:t>Factory Analytics</a:t>
            </a:r>
          </a:p>
          <a:p>
            <a:pPr>
              <a:spcBef>
                <a:spcPts val="800"/>
              </a:spcBef>
            </a:pPr>
            <a:r>
              <a:rPr sz="3200" b="1">
                <a:solidFill>
                  <a:srgbClr val="00B8D4"/>
                </a:solidFill>
              </a:rPr>
              <a:t>Investor Presentation</a:t>
            </a:r>
          </a:p>
          <a:p>
            <a:pPr>
              <a:spcBef>
                <a:spcPts val="2400"/>
              </a:spcBef>
            </a:pPr>
            <a:r>
              <a:rPr sz="2400">
                <a:solidFill>
                  <a:srgbClr val="AAB9D7"/>
                </a:solidFill>
              </a:rPr>
              <a:t>Unified operating intelligence for modern factories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AAB9D7"/>
                </a:solidFill>
              </a:rPr>
              <a:t>Consolidated from App, Backend, and Web Architecture decks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Why this product can scale in industrial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9377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Factory Analytics digitizes production planning, execution, and quality into one operating system.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Role-specific experiences drive daily adoption: mobile workflows for line teams and web analytics for leadership.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A modular backend and standardized data flow create a scalable platform for multi-factory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Problem and Strategic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Manufacturers need real-time visibility and operational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Pain Points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Opportunity With Factory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Fragmented tools create blind spots between planning, line execution, and quality control.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Manual reporting delays corrective actions, increasing rework and missed dispatch targets.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Supervisors and operators work from different data sources, causing decision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Single data model aligns floor operations with management decisions in near real time.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Closed-loop quality workflows reduce defect leakage and improve accountability.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Architecture supports phased rollout from one line to multi-site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Platform Overview: Three Integrated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App architecture + backend flow + web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9377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Factory Floor App: role-based workflows for station setup, production updates, and quality capture.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Backend Orchestration: secured request pipeline with validation, business services, and a generic data access layer.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Web Control Tower: real-time dashboards, order segmentation, and lifecycle tracking for production leadership.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Result: one operational truth from line input to executive KPI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Layer 1: Factory Floor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Source: Factory Analytics App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507492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Designed for two critical personas: Line Incharge and Production Incharge.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Captures production updates and quality evidence at the point of execution.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Handles unstable connectivity with resilient sync and recovery patterns.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Creates high-frequency operational data without increasing floor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577840" cy="507492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Analytics_App_Architecture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74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Layer 2: Backend 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Source: Factory Analytics Backend Architecture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507492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Every request moves through a strict route -&gt; middleware -&gt; service -&gt; data pipeline.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Security and validation guardrails enforce clean inputs before business logic execution.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Layered responsibilities improve maintainability and accelerate feature iteration.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Architecture is built for scale and predictable API behavior across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577840" cy="507492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Analytics_Backend_Architecture_Flow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74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Layer 3: Web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Source: Factory Analytics Web App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507492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Management dashboard turns live production data into actionable KPIs.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Separates customer orders and self-production for clearer planning decisions.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Supports real-time monitoring of efficiency, throughput, and fail rates.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Serves as the command center for line-level and plant-level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577840" cy="507492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Analytics_Web_App_Architecture_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74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Industrial-Grade Reliability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Operational trust is core to product defensibility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507492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Session continuity and token refresh prevent workflow disruption during shifts.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Middleware-based auth and input validation protect critical production data.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Global error handling and standardized responses simplify incident resolution.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Resilience features are designed specifically for noisy, bandwidth-variable factory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577840" cy="507492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Analytics_Backend_Architecture_Flow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74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Closed-Loop Operating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From planning to analysis in one connected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507492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Plan -&gt; Resource -&gt; Assembly -&gt; Analyze becomes a measurable digital loop.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Production events feed dashboards continuously, not only end-of-day summaries.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Quality and throughput trends can be acted on before losses compound.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This feedback loop is the foundation for margin expansion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577840" cy="507492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Analytics_Web_App_Architecture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74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Business Model and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Scalable commercialization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Expansion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Subscription SaaS priced by factory site and active production lines.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Implementation services for integration, onboarding, and role-based training.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Premium analytics modules for advanced benchmarking and forecasting.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Land with pilot line, then expand within plant and to sister facilities.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Use role-based adoption data to drive upsell across departments.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Build ecosystem integrations for ERP/MES interoperability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Execution Roadmap (Next 18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Focused milestones for investor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Product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8D4"/>
                </a:solidFill>
              </a:rPr>
              <a:t>Commercial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H1: harden core workflows, role governance, and reliability telemetry.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H2: launch benchmark dashboards and automated exception alerting.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H3: add multi-site rollup analytics and enterprise admin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Pilot conversion playbook with quantified ROI by line and shift.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Expand from pilot customers into multi-line annual contracts.</a:t>
            </a:r>
          </a:p>
          <a:p>
            <a:pPr>
              <a:spcAft>
                <a:spcPts val="1200"/>
              </a:spcAft>
              <a:defRPr sz="1900">
                <a:solidFill>
                  <a:srgbClr val="EBF0FA"/>
                </a:solidFill>
              </a:defRPr>
            </a:pPr>
            <a:r>
              <a:t>Establish channel partnerships for faster manufacturing vertical penetration.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Funding Use and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Capital allocation linked to measurable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9377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Product and engineering: reliability, analytics depth, and integration velocity.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Customer success: deployment playbooks and measurable time-to-value reduction.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Go-to-market: focused pipeline in manufacturing segments with repeatable motion.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Core KPIs: deployment cycle time, weekly active users, defect trend reduction, and revenue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Consolidation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How the three source decks were unified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9377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App Architecture contributed role-based floor workflows and resilience design.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Backend Architecture Flow contributed secure request lifecycle and layer governance.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Web App Architecture contributed dashboards, lifecycle visibility, and planning surfaces.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All three are preserved below as technical appendix snapshots for diligence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Technical Appendix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Factory Analytics App Architecture (13 source slides)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521208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architecture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46" y="1463040"/>
            <a:ext cx="782266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Technical Appendix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Factory Analytics Backend Architecture Flow (13 source slides)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521208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ckend_architecture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46" y="1463040"/>
            <a:ext cx="782266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Technical Appendix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Factory Analytics Web App Architecture (13 source slides)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521208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architecture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46" y="1463040"/>
            <a:ext cx="782266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BF0FA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AB9D7"/>
                </a:solidFill>
              </a:rPr>
              <a:t>Factory Analytics | Investor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937760"/>
          </a:xfrm>
          <a:prstGeom prst="roundRect">
            <a:avLst/>
          </a:prstGeom>
          <a:solidFill>
            <a:srgbClr val="0F1C37"/>
          </a:solidFill>
          <a:ln w="15875">
            <a:solidFill>
              <a:srgbClr val="28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Factory Analytics is built to convert shop-floor data into repeatable operational gains.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The product architecture is deployment-ready, scalable, and role-anchored.</a:t>
            </a:r>
          </a:p>
          <a:p>
            <a:pPr>
              <a:spcAft>
                <a:spcPts val="1200"/>
              </a:spcAft>
              <a:defRPr sz="2400">
                <a:solidFill>
                  <a:srgbClr val="EBF0FA"/>
                </a:solidFill>
              </a:defRPr>
            </a:pPr>
            <a:r>
              <a:t>Next step: align on pilot scope, target outcomes, and expansion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